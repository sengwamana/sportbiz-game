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92cb3c93c14301" /><Relationship Type="http://schemas.openxmlformats.org/officeDocument/2006/relationships/extended-properties" Target="/docProps/app.xml" Id="R5333d74beb8c417a" /><Relationship Type="http://schemas.openxmlformats.org/officeDocument/2006/relationships/officeDocument" Target="/ppt/presentation.xml" Id="R1a04f12b4b744f45" /></Relationships>
</file>

<file path=ppt/presentation.xml><?xml version="1.0" encoding="utf-8"?>
<p:presentation xmlns:p="http://schemas.openxmlformats.org/presentationml/2006/main">
  <p:sldMasterIdLst>
    <p:sldMasterId xmlns:r="http://schemas.openxmlformats.org/officeDocument/2006/relationships" id="2147483648" r:id="R8066ed8ebbb347d7"/>
  </p:sldMasterIdLst>
  <p:notesMasterIdLst>
    <p:notesMasterId xmlns:r="http://schemas.openxmlformats.org/officeDocument/2006/relationships" r:id="Re6e4b69aad0d44f4"/>
  </p:notesMasterIdLst>
  <p:sldIdLst>
    <p:sldId xmlns:r="http://schemas.openxmlformats.org/officeDocument/2006/relationships" id="256" r:id="R9b65959c945b4bfd"/>
    <p:sldId xmlns:r="http://schemas.openxmlformats.org/officeDocument/2006/relationships" id="257" r:id="Rfc23c96ee01d43f7"/>
    <p:sldId xmlns:r="http://schemas.openxmlformats.org/officeDocument/2006/relationships" id="258" r:id="Rf465df28554d48f0"/>
    <p:sldId xmlns:r="http://schemas.openxmlformats.org/officeDocument/2006/relationships" id="259" r:id="R159407416e2d45d0"/>
    <p:sldId xmlns:r="http://schemas.openxmlformats.org/officeDocument/2006/relationships" id="260" r:id="R0d1ee02defc14e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609af5d99d40b3" /><Relationship Type="http://schemas.openxmlformats.org/officeDocument/2006/relationships/slideMaster" Target="/ppt/slideMasters/slideMaster1.xml" Id="R8066ed8ebbb347d7" /><Relationship Type="http://schemas.openxmlformats.org/officeDocument/2006/relationships/notesMaster" Target="/ppt/notesMasters/notesMaster1.xml" Id="Re6e4b69aad0d44f4" /><Relationship Type="http://schemas.openxmlformats.org/officeDocument/2006/relationships/presProps" Target="/ppt/presProps.xml" Id="Rad12637b3dac4c68" /><Relationship Type="http://schemas.openxmlformats.org/officeDocument/2006/relationships/tableStyles" Target="/ppt/tableStyles.xml" Id="Re8cc3e5144d64d8c" /><Relationship Type="http://schemas.openxmlformats.org/officeDocument/2006/relationships/slide" Target="/ppt/slides/slide1.xml" Id="R9b65959c945b4bfd" /><Relationship Type="http://schemas.openxmlformats.org/officeDocument/2006/relationships/slide" Target="/ppt/slides/slide2.xml" Id="Rfc23c96ee01d43f7" /><Relationship Type="http://schemas.openxmlformats.org/officeDocument/2006/relationships/slide" Target="/ppt/slides/slide3.xml" Id="Rf465df28554d48f0" /><Relationship Type="http://schemas.openxmlformats.org/officeDocument/2006/relationships/slide" Target="/ppt/slides/slide4.xml" Id="R159407416e2d45d0" /><Relationship Type="http://schemas.openxmlformats.org/officeDocument/2006/relationships/slide" Target="/ppt/slides/slide5.xml" Id="R0d1ee02defc14e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34197861ef48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6bfad0c5284522" /><Relationship Type="http://schemas.openxmlformats.org/officeDocument/2006/relationships/notesMaster" Target="/ppt/notesMasters/notesMaster1.xml" Id="Rf8399d93a59448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ba9572a3cb4544" /><Relationship Type="http://schemas.openxmlformats.org/officeDocument/2006/relationships/notesMaster" Target="/ppt/notesMasters/notesMaster1.xml" Id="R9644801494e942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b036e5d3dd4766" /><Relationship Type="http://schemas.openxmlformats.org/officeDocument/2006/relationships/notesMaster" Target="/ppt/notesMasters/notesMaster1.xml" Id="Rb7a7eceef8f246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93ef112c704a41" /><Relationship Type="http://schemas.openxmlformats.org/officeDocument/2006/relationships/notesMaster" Target="/ppt/notesMasters/notesMaster1.xml" Id="R3fba474ac21443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b5309aa7014c0e" /><Relationship Type="http://schemas.openxmlformats.org/officeDocument/2006/relationships/notesMaster" Target="/ppt/notesMasters/notesMaster1.xml" Id="R2c65844a2a0f48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introduce the game briefly. Source: project App.tsx and components/UI/OpportunityIntro.tsx.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explain the selected opportunity lens. Say: We chose creative careers in sport. We use basketball to get young people interested, then ask which role they would like to explore. Source: attached brief and OpportunityIntro.tsx. This is the proposed framing, not a claim that the prototype simulates careers.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One-paragraph description: idea and intended player, as requested by the attached brief. Sources: OpportunityIntro.tsx, LevelManager.tsx and 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open the game in advance, start a run, show movement, a jump, collection and a dunk if possible. Explain the locker room upgrades when available. The brief asks for a prototype under two minutes; current code has no fixed two-minute cap, so do not promise every full run fits that time. Sources: store.ts and OpportunityIntro.tsx.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why this matters and the next step if we had more time. These are future ideas, not existing features. Allow 30 seconds for questions. Together with 20 seconds for the opportunity and 90 seconds for the demo, this makes three minutes. Source: attached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185f32a2984d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b847b71f8d477e" /><Relationship Type="http://schemas.openxmlformats.org/officeDocument/2006/relationships/slideLayout" Target="/ppt/slideLayouts/slideLayout1.xml" Id="Ra48fd6a7bb1846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8fd6a7bb1846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da9dda14fb4bfe" /><Relationship Type="http://schemas.openxmlformats.org/officeDocument/2006/relationships/notesSlide" Target="/ppt/notesSlides/notesSlide1.xml" Id="Re79d621cdad342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7542891dfe4645" /><Relationship Type="http://schemas.openxmlformats.org/officeDocument/2006/relationships/notesSlide" Target="/ppt/notesSlides/notesSlide2.xml" Id="R35a15503b3664c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663b2f351c436d" /><Relationship Type="http://schemas.openxmlformats.org/officeDocument/2006/relationships/notesSlide" Target="/ppt/notesSlides/notesSlide3.xml" Id="R7b3aa3c0ed8a4c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75e057567a40b8" /><Relationship Type="http://schemas.openxmlformats.org/officeDocument/2006/relationships/notesSlide" Target="/ppt/notesSlides/notesSlide4.xml" Id="R926f09ad4a4041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13d3f732484d33" /><Relationship Type="http://schemas.openxmlformats.org/officeDocument/2006/relationships/notesSlide" Target="/ppt/notesSlides/notesSlide5.xml" Id="R17cc79d1d74e495c" /></Relationships>
</file>

<file path=ppt/slides/slide1.xml><?xml version="1.0" encoding="utf-8"?>
<p:sld xmlns:p="http://schemas.openxmlformats.org/presentationml/2006/main">
  <p:cSld>
    <p:bg>
      <p:bgPr>
        <a:solidFill xmlns:a="http://schemas.openxmlformats.org/drawingml/2006/main">
          <a:srgbClr val="101C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63B3FF-121C-4C5C-B4CC-25A3845DCAFD}"/>
              </a:ext>
            </a:extLst>
          </p:cNvPr>
          <p:cNvSpPr>
            <a:spLocks xmlns:a="http://schemas.openxmlformats.org/drawingml/2006/main" noGrp="1"/>
          </p:cNvSpPr>
          <p:nvPr/>
        </p:nvSpPr>
        <p:spPr>
          <a:xfrm xmlns:a="http://schemas.openxmlformats.org/drawingml/2006/main">
            <a:off x="7620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C059"/>
                <a:ea typeface="C059"/>
                <a:cs typeface="C059"/>
              </a:defRPr>
            </a:pPr>
            <a:r>
              <a:rPr sz="4650" b="1">
                <a:solidFill>
                  <a:srgbClr val="FFFFFF"/>
                </a:solidFill>
                <a:latin typeface="C059"/>
                <a:ea typeface="C059"/>
                <a:cs typeface="C059"/>
              </a:rPr>
              <a:t>SportBiz: Slam Runner</a:t>
            </a:r>
          </a:p>
        </p:txBody>
      </p:sp>
      <p:sp>
        <p:nvSpPr>
          <p:cNvPr id="2" name="">
            <a:extLst xmlns:a="http://schemas.openxmlformats.org/drawingml/2006/main">
              <a:ext uri="{FF2B5EF4-FFF2-40B4-BE49-F238E27FC236}">
                <a16:creationId xmlns:a16="http://schemas.microsoft.com/office/drawing/2014/main" id="{C3116ACD-0A64-4BEC-B268-62EAEDCB87BA}"/>
              </a:ext>
            </a:extLst>
          </p:cNvPr>
          <p:cNvSpPr>
            <a:spLocks xmlns:a="http://schemas.openxmlformats.org/drawingml/2006/main" noGrp="1"/>
          </p:cNvSpPr>
          <p:nvPr/>
        </p:nvSpPr>
        <p:spPr>
          <a:xfrm xmlns:a="http://schemas.openxmlformats.org/drawingml/2006/main">
            <a:off x="762000" y="17335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AD52"/>
                </a:solidFill>
                <a:latin typeface="C059"/>
                <a:ea typeface="C059"/>
                <a:cs typeface="C059"/>
              </a:defRPr>
            </a:pPr>
            <a:r>
              <a:rPr sz="2550" b="1">
                <a:solidFill>
                  <a:srgbClr val="FFAD52"/>
                </a:solidFill>
                <a:latin typeface="C059"/>
                <a:ea typeface="C059"/>
                <a:cs typeface="C059"/>
              </a:rPr>
              <a:t>A basketball game about opportunities in sport</a:t>
            </a:r>
          </a:p>
        </p:txBody>
      </p:sp>
      <p:sp>
        <p:nvSpPr>
          <p:cNvPr id="3" name="">
            <a:extLst xmlns:a="http://schemas.openxmlformats.org/drawingml/2006/main">
              <a:ext uri="{FF2B5EF4-FFF2-40B4-BE49-F238E27FC236}">
                <a16:creationId xmlns:a16="http://schemas.microsoft.com/office/drawing/2014/main" id="{96DF7616-9C7C-499F-80FC-7411FF6C014B}"/>
              </a:ext>
            </a:extLst>
          </p:cNvPr>
          <p:cNvSpPr>
            <a:spLocks xmlns:a="http://schemas.openxmlformats.org/drawingml/2006/main" noGrp="1"/>
          </p:cNvSpPr>
          <p:nvPr/>
        </p:nvSpPr>
        <p:spPr>
          <a:xfrm xmlns:a="http://schemas.openxmlformats.org/drawingml/2006/main">
            <a:off x="762000" y="2857500"/>
            <a:ext cx="103822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A short game for young people who enjoy sport and want to explore a place in it.</a:t>
            </a:r>
          </a:p>
        </p:txBody>
      </p:sp>
    </p:spTree>
    <p:extLst>
      <p:ext uri="{BB962C8B-B14F-4D97-AF65-F5344CB8AC3E}">
        <p14:creationId xmlns:p14="http://schemas.microsoft.com/office/powerpoint/2010/main" val="311047770"/>
      </p:ext>
    </p:extLst>
  </p:cSld>
</p:sld>
</file>

<file path=ppt/slides/slide2.xml><?xml version="1.0" encoding="utf-8"?>
<p:sld xmlns:p="http://schemas.openxmlformats.org/presentationml/2006/main">
  <p:cSld>
    <p:bg>
      <p:bgPr>
        <a:solidFill xmlns:a="http://schemas.openxmlformats.org/drawingml/2006/main">
          <a:srgbClr val="101C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7FA4549-F746-42DF-B844-A914475F9399}"/>
              </a:ext>
            </a:extLst>
          </p:cNvPr>
          <p:cNvSpPr>
            <a:spLocks xmlns:a="http://schemas.openxmlformats.org/drawingml/2006/main" noGrp="1"/>
          </p:cNvSpPr>
          <p:nvPr/>
        </p:nvSpPr>
        <p:spPr>
          <a:xfrm xmlns:a="http://schemas.openxmlformats.org/drawingml/2006/main">
            <a:off x="7620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C059"/>
                <a:ea typeface="C059"/>
                <a:cs typeface="C059"/>
              </a:defRPr>
            </a:pPr>
            <a:r>
              <a:rPr sz="3600" b="1">
                <a:solidFill>
                  <a:srgbClr val="FFFFFF"/>
                </a:solidFill>
                <a:latin typeface="C059"/>
                <a:ea typeface="C059"/>
                <a:cs typeface="C059"/>
              </a:rPr>
              <a:t>Our opportunity</a:t>
            </a:r>
          </a:p>
        </p:txBody>
      </p:sp>
      <p:sp>
        <p:nvSpPr>
          <p:cNvPr id="2" name="">
            <a:extLst xmlns:a="http://schemas.openxmlformats.org/drawingml/2006/main">
              <a:ext uri="{FF2B5EF4-FFF2-40B4-BE49-F238E27FC236}">
                <a16:creationId xmlns:a16="http://schemas.microsoft.com/office/drawing/2014/main" id="{6025CB64-4DF3-4AC2-8B00-091BDDBEE6BF}"/>
              </a:ext>
            </a:extLst>
          </p:cNvPr>
          <p:cNvSpPr>
            <a:spLocks xmlns:a="http://schemas.openxmlformats.org/drawingml/2006/main" noGrp="1"/>
          </p:cNvSpPr>
          <p:nvPr/>
        </p:nvSpPr>
        <p:spPr>
          <a:xfrm xmlns:a="http://schemas.openxmlformats.org/drawingml/2006/main">
            <a:off x="762000" y="17335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AD52"/>
                </a:solidFill>
                <a:latin typeface="C059"/>
                <a:ea typeface="C059"/>
                <a:cs typeface="C059"/>
              </a:defRPr>
            </a:pPr>
            <a:r>
              <a:rPr sz="2550" b="1">
                <a:solidFill>
                  <a:srgbClr val="FFAD52"/>
                </a:solidFill>
                <a:latin typeface="C059"/>
                <a:ea typeface="C059"/>
                <a:cs typeface="C059"/>
              </a:rPr>
              <a:t>Creative careers in sport</a:t>
            </a:r>
          </a:p>
        </p:txBody>
      </p:sp>
      <p:sp>
        <p:nvSpPr>
          <p:cNvPr id="3" name="">
            <a:extLst xmlns:a="http://schemas.openxmlformats.org/drawingml/2006/main">
              <a:ext uri="{FF2B5EF4-FFF2-40B4-BE49-F238E27FC236}">
                <a16:creationId xmlns:a16="http://schemas.microsoft.com/office/drawing/2014/main" id="{A2A0B279-FE04-490B-9B0F-FC71ED31A134}"/>
              </a:ext>
            </a:extLst>
          </p:cNvPr>
          <p:cNvSpPr>
            <a:spLocks xmlns:a="http://schemas.openxmlformats.org/drawingml/2006/main" noGrp="1"/>
          </p:cNvSpPr>
          <p:nvPr/>
        </p:nvSpPr>
        <p:spPr>
          <a:xfrm xmlns:a="http://schemas.openxmlformats.org/drawingml/2006/main">
            <a:off x="762000" y="2857500"/>
            <a:ext cx="103822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Sport needs more than players.</a:t>
            </a:r>
          </a:p>
          <a:p xmlns:a="http://schemas.openxmlformats.org/drawingml/2006/main">
            <a:r>
              <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It also needs coaches, content creators and event organisers.</a:t>
            </a:r>
          </a:p>
          <a:p xmlns:a="http://schemas.openxmlformats.org/drawingml/2006/main">
            <a:r>
              <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Our game starts a conversation about these roles.</a:t>
            </a:r>
          </a:p>
        </p:txBody>
      </p:sp>
    </p:spTree>
    <p:extLst>
      <p:ext uri="{BB962C8B-B14F-4D97-AF65-F5344CB8AC3E}">
        <p14:creationId xmlns:p14="http://schemas.microsoft.com/office/powerpoint/2010/main" val="1855266389"/>
      </p:ext>
    </p:extLst>
  </p:cSld>
</p:sld>
</file>

<file path=ppt/slides/slide3.xml><?xml version="1.0" encoding="utf-8"?>
<p:sld xmlns:p="http://schemas.openxmlformats.org/presentationml/2006/main">
  <p:cSld>
    <p:bg>
      <p:bgPr>
        <a:solidFill xmlns:a="http://schemas.openxmlformats.org/drawingml/2006/main">
          <a:srgbClr val="101C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A05E370-42D3-495C-8248-D53BB9EE4D88}"/>
              </a:ext>
            </a:extLst>
          </p:cNvPr>
          <p:cNvSpPr>
            <a:spLocks xmlns:a="http://schemas.openxmlformats.org/drawingml/2006/main" noGrp="1"/>
          </p:cNvSpPr>
          <p:nvPr/>
        </p:nvSpPr>
        <p:spPr>
          <a:xfrm xmlns:a="http://schemas.openxmlformats.org/drawingml/2006/main">
            <a:off x="7620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C059"/>
                <a:ea typeface="C059"/>
                <a:cs typeface="C059"/>
              </a:defRPr>
            </a:pPr>
            <a:r>
              <a:rPr sz="3600" b="1">
                <a:solidFill>
                  <a:srgbClr val="FFFFFF"/>
                </a:solidFill>
                <a:latin typeface="C059"/>
                <a:ea typeface="C059"/>
                <a:cs typeface="C059"/>
              </a:rPr>
              <a:t>The game idea</a:t>
            </a:r>
          </a:p>
        </p:txBody>
      </p:sp>
      <p:sp>
        <p:nvSpPr>
          <p:cNvPr id="2" name="">
            <a:extLst xmlns:a="http://schemas.openxmlformats.org/drawingml/2006/main">
              <a:ext uri="{FF2B5EF4-FFF2-40B4-BE49-F238E27FC236}">
                <a16:creationId xmlns:a16="http://schemas.microsoft.com/office/drawing/2014/main" id="{2E233212-3F01-477F-A63C-930694A4FBE8}"/>
              </a:ext>
            </a:extLst>
          </p:cNvPr>
          <p:cNvSpPr>
            <a:spLocks xmlns:a="http://schemas.openxmlformats.org/drawingml/2006/main" noGrp="1"/>
          </p:cNvSpPr>
          <p:nvPr/>
        </p:nvSpPr>
        <p:spPr>
          <a:xfrm xmlns:a="http://schemas.openxmlformats.org/drawingml/2006/main">
            <a:off x="762000" y="17335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AD52"/>
                </a:solidFill>
                <a:latin typeface="C059"/>
                <a:ea typeface="C059"/>
                <a:cs typeface="C059"/>
              </a:defRPr>
            </a:pPr>
            <a:r>
              <a:rPr sz="2550" b="1">
                <a:solidFill>
                  <a:srgbClr val="FFAD52"/>
                </a:solidFill>
                <a:latin typeface="C059"/>
                <a:ea typeface="C059"/>
                <a:cs typeface="C059"/>
              </a:rPr>
              <a:t>One young player. A court full of challenges.</a:t>
            </a:r>
          </a:p>
        </p:txBody>
      </p:sp>
      <p:sp>
        <p:nvSpPr>
          <p:cNvPr id="3" name="">
            <a:extLst xmlns:a="http://schemas.openxmlformats.org/drawingml/2006/main">
              <a:ext uri="{FF2B5EF4-FFF2-40B4-BE49-F238E27FC236}">
                <a16:creationId xmlns:a16="http://schemas.microsoft.com/office/drawing/2014/main" id="{9B595CE1-531F-44A4-B183-09366563F714}"/>
              </a:ext>
            </a:extLst>
          </p:cNvPr>
          <p:cNvSpPr>
            <a:spLocks xmlns:a="http://schemas.openxmlformats.org/drawingml/2006/main" noGrp="1"/>
          </p:cNvSpPr>
          <p:nvPr/>
        </p:nvSpPr>
        <p:spPr>
          <a:xfrm xmlns:a="http://schemas.openxmlformats.org/drawingml/2006/main">
            <a:off x="762000" y="2857500"/>
            <a:ext cx="103822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E8EDF4"/>
                </a:solidFill>
                <a:latin typeface="C059"/>
                <a:ea typeface="C059"/>
                <a:cs typeface="C059"/>
              </a:defRPr>
            </a:pPr>
            <a:r>
              <a:rPr sz="2475" b="0">
                <a:solidFill>
                  <a:srgbClr val="E8EDF4"/>
                </a:solidFill>
                <a:latin typeface="C059"/>
                <a:ea typeface="C059"/>
                <a:cs typeface="C059"/>
              </a:rPr>
              <a:t>SportBiz: Slam Runner is a browser game for young sports fans. You move between lanes, avoid obstacles and jump for dunks. You collect basketballs and letters, then spend points on upgrades. After the run, you can think about a sport role you would like to try in real life.</a:t>
            </a:r>
          </a:p>
        </p:txBody>
      </p:sp>
    </p:spTree>
    <p:extLst>
      <p:ext uri="{BB962C8B-B14F-4D97-AF65-F5344CB8AC3E}">
        <p14:creationId xmlns:p14="http://schemas.microsoft.com/office/powerpoint/2010/main" val="1520374348"/>
      </p:ext>
    </p:extLst>
  </p:cSld>
</p:sld>
</file>

<file path=ppt/slides/slide4.xml><?xml version="1.0" encoding="utf-8"?>
<p:sld xmlns:p="http://schemas.openxmlformats.org/presentationml/2006/main">
  <p:cSld>
    <p:bg>
      <p:bgPr>
        <a:solidFill xmlns:a="http://schemas.openxmlformats.org/drawingml/2006/main">
          <a:srgbClr val="101C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F86405-618A-42AD-AFC5-2579E3A72BED}"/>
              </a:ext>
            </a:extLst>
          </p:cNvPr>
          <p:cNvSpPr>
            <a:spLocks xmlns:a="http://schemas.openxmlformats.org/drawingml/2006/main" noGrp="1"/>
          </p:cNvSpPr>
          <p:nvPr/>
        </p:nvSpPr>
        <p:spPr>
          <a:xfrm xmlns:a="http://schemas.openxmlformats.org/drawingml/2006/main">
            <a:off x="7620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C059"/>
                <a:ea typeface="C059"/>
                <a:cs typeface="C059"/>
              </a:defRPr>
            </a:pPr>
            <a:r>
              <a:rPr sz="3600" b="1">
                <a:solidFill>
                  <a:srgbClr val="FFFFFF"/>
                </a:solidFill>
                <a:latin typeface="C059"/>
                <a:ea typeface="C059"/>
                <a:cs typeface="C059"/>
              </a:rPr>
              <a:t>Live demo</a:t>
            </a:r>
          </a:p>
        </p:txBody>
      </p:sp>
      <p:sp>
        <p:nvSpPr>
          <p:cNvPr id="2" name="">
            <a:extLst xmlns:a="http://schemas.openxmlformats.org/drawingml/2006/main">
              <a:ext uri="{FF2B5EF4-FFF2-40B4-BE49-F238E27FC236}">
                <a16:creationId xmlns:a16="http://schemas.microsoft.com/office/drawing/2014/main" id="{1EE7A1CD-1FC3-485B-ABA9-4651C36B816A}"/>
              </a:ext>
            </a:extLst>
          </p:cNvPr>
          <p:cNvSpPr>
            <a:spLocks xmlns:a="http://schemas.openxmlformats.org/drawingml/2006/main" noGrp="1"/>
          </p:cNvSpPr>
          <p:nvPr/>
        </p:nvSpPr>
        <p:spPr>
          <a:xfrm xmlns:a="http://schemas.openxmlformats.org/drawingml/2006/main">
            <a:off x="762000" y="17335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AD52"/>
                </a:solidFill>
                <a:latin typeface="C059"/>
                <a:ea typeface="C059"/>
                <a:cs typeface="C059"/>
              </a:defRPr>
            </a:pPr>
            <a:r>
              <a:rPr sz="2550" b="1">
                <a:solidFill>
                  <a:srgbClr val="FFAD52"/>
                </a:solidFill>
                <a:latin typeface="C059"/>
                <a:ea typeface="C059"/>
                <a:cs typeface="C059"/>
              </a:rPr>
              <a:t>Move, jump and try a dunk</a:t>
            </a:r>
          </a:p>
        </p:txBody>
      </p:sp>
      <p:sp>
        <p:nvSpPr>
          <p:cNvPr id="3" name="">
            <a:extLst xmlns:a="http://schemas.openxmlformats.org/drawingml/2006/main">
              <a:ext uri="{FF2B5EF4-FFF2-40B4-BE49-F238E27FC236}">
                <a16:creationId xmlns:a16="http://schemas.microsoft.com/office/drawing/2014/main" id="{3E4EFA39-73D9-4B7A-948B-7BDCE2BE22AC}"/>
              </a:ext>
            </a:extLst>
          </p:cNvPr>
          <p:cNvSpPr>
            <a:spLocks xmlns:a="http://schemas.openxmlformats.org/drawingml/2006/main" noGrp="1"/>
          </p:cNvSpPr>
          <p:nvPr/>
        </p:nvSpPr>
        <p:spPr>
          <a:xfrm xmlns:a="http://schemas.openxmlformats.org/drawingml/2006/main">
            <a:off x="762000" y="2857500"/>
            <a:ext cx="103822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Move: arrow keys or A / D. On a phone, swipe.</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Jump: Space, Up or W. On a phone, swipe up.</a:t>
            </a:r>
          </a:p>
          <a:p xmlns:a="http://schemas.openxmlformats.org/drawingml/2006/main">
            <a:r>
              <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Collect BASKET across three levels to win.</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Lose all lives and the run ends.</a:t>
            </a:r>
          </a:p>
        </p:txBody>
      </p:sp>
    </p:spTree>
    <p:extLst>
      <p:ext uri="{BB962C8B-B14F-4D97-AF65-F5344CB8AC3E}">
        <p14:creationId xmlns:p14="http://schemas.microsoft.com/office/powerpoint/2010/main" val="910573060"/>
      </p:ext>
    </p:extLst>
  </p:cSld>
</p:sld>
</file>

<file path=ppt/slides/slide5.xml><?xml version="1.0" encoding="utf-8"?>
<p:sld xmlns:p="http://schemas.openxmlformats.org/presentationml/2006/main">
  <p:cSld>
    <p:bg>
      <p:bgPr>
        <a:solidFill xmlns:a="http://schemas.openxmlformats.org/drawingml/2006/main">
          <a:srgbClr val="101C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8885D07-C5D9-4E2E-9A6B-3BE7F3DDA01D}"/>
              </a:ext>
            </a:extLst>
          </p:cNvPr>
          <p:cNvSpPr>
            <a:spLocks xmlns:a="http://schemas.openxmlformats.org/drawingml/2006/main" noGrp="1"/>
          </p:cNvSpPr>
          <p:nvPr/>
        </p:nvSpPr>
        <p:spPr>
          <a:xfrm xmlns:a="http://schemas.openxmlformats.org/drawingml/2006/main">
            <a:off x="7620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C059"/>
                <a:ea typeface="C059"/>
                <a:cs typeface="C059"/>
              </a:defRPr>
            </a:pPr>
            <a:r>
              <a:rPr sz="3600" b="1">
                <a:solidFill>
                  <a:srgbClr val="FFFFFF"/>
                </a:solidFill>
                <a:latin typeface="C059"/>
                <a:ea typeface="C059"/>
                <a:cs typeface="C059"/>
              </a:rPr>
              <a:t>What if this became real?</a:t>
            </a:r>
          </a:p>
        </p:txBody>
      </p:sp>
      <p:sp>
        <p:nvSpPr>
          <p:cNvPr id="2" name="">
            <a:extLst xmlns:a="http://schemas.openxmlformats.org/drawingml/2006/main">
              <a:ext uri="{FF2B5EF4-FFF2-40B4-BE49-F238E27FC236}">
                <a16:creationId xmlns:a16="http://schemas.microsoft.com/office/drawing/2014/main" id="{A97AF3FB-F0DE-4ECF-BCFE-0EB1E85025F8}"/>
              </a:ext>
            </a:extLst>
          </p:cNvPr>
          <p:cNvSpPr>
            <a:spLocks xmlns:a="http://schemas.openxmlformats.org/drawingml/2006/main" noGrp="1"/>
          </p:cNvSpPr>
          <p:nvPr/>
        </p:nvSpPr>
        <p:spPr>
          <a:xfrm xmlns:a="http://schemas.openxmlformats.org/drawingml/2006/main">
            <a:off x="762000" y="17335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AD52"/>
                </a:solidFill>
                <a:latin typeface="C059"/>
                <a:ea typeface="C059"/>
                <a:cs typeface="C059"/>
              </a:defRPr>
            </a:pPr>
            <a:r>
              <a:rPr sz="2550" b="1">
                <a:solidFill>
                  <a:srgbClr val="FFAD52"/>
                </a:solidFill>
                <a:latin typeface="C059"/>
                <a:ea typeface="C059"/>
                <a:cs typeface="C059"/>
              </a:rPr>
              <a:t>A game could lead to a first step in sport</a:t>
            </a:r>
          </a:p>
        </p:txBody>
      </p:sp>
      <p:sp>
        <p:nvSpPr>
          <p:cNvPr id="3" name="">
            <a:extLst xmlns:a="http://schemas.openxmlformats.org/drawingml/2006/main">
              <a:ext uri="{FF2B5EF4-FFF2-40B4-BE49-F238E27FC236}">
                <a16:creationId xmlns:a16="http://schemas.microsoft.com/office/drawing/2014/main" id="{768EB958-D030-4FF1-8FF9-A4E37D5D29B0}"/>
              </a:ext>
            </a:extLst>
          </p:cNvPr>
          <p:cNvSpPr>
            <a:spLocks xmlns:a="http://schemas.openxmlformats.org/drawingml/2006/main" noGrp="1"/>
          </p:cNvSpPr>
          <p:nvPr/>
        </p:nvSpPr>
        <p:spPr>
          <a:xfrm xmlns:a="http://schemas.openxmlformats.org/drawingml/2006/main">
            <a:off x="762000" y="2857500"/>
            <a:ext cx="103822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Players could choose a role and find a local club or project.</a:t>
            </a:r>
          </a:p>
          <a:p xmlns:a="http://schemas.openxmlformats.org/drawingml/2006/main">
            <a:r>
              <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Next: test with young people and add a short career task.</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Add a timed mode so each challenge ends within two minutes.</a:t>
            </a:r>
          </a:p>
          <a:p xmlns:a="http://schemas.openxmlformats.org/drawingml/2006/main">
            <a:r>
              <a:t/>
            </a:r>
          </a:p>
          <a:p xmlns:a="http://schemas.openxmlformats.org/drawingml/2006/main">
            <a:pPr>
              <a:defRPr sz="2325" b="0">
                <a:solidFill>
                  <a:srgbClr val="E8EDF4"/>
                </a:solidFill>
                <a:latin typeface="C059"/>
                <a:ea typeface="C059"/>
                <a:cs typeface="C059"/>
              </a:defRPr>
            </a:pPr>
            <a:r>
              <a:rPr sz="2325" b="0">
                <a:solidFill>
                  <a:srgbClr val="E8EDF4"/>
                </a:solidFill>
                <a:latin typeface="C059"/>
                <a:ea typeface="C059"/>
                <a:cs typeface="C059"/>
              </a:rPr>
              <a:t>Which sport role would you like to try?</a:t>
            </a:r>
          </a:p>
        </p:txBody>
      </p:sp>
    </p:spTree>
    <p:extLst>
      <p:ext uri="{BB962C8B-B14F-4D97-AF65-F5344CB8AC3E}">
        <p14:creationId xmlns:p14="http://schemas.microsoft.com/office/powerpoint/2010/main" val="6126375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2026-09-13T11:00:45.5550000Z</dcterms:created>
  <dcterms:modified xsi:type="dcterms:W3CDTF">2026-09-13T11:00:45.5560000Z</dcterms:modified>
</coreProperties>
</file>